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job profit on scoped jobs, booked as a job expense,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job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job ($15,000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(fee splits like any job cost)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$55,200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$67,500 on 10 leads instead of $14,700.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job: $30,000 RCV at 50% margin = $15,000 profit. Fee is a job expense, so profit after fee splits 50/50 with the PM. Tiers interpolate linearly; close rate measured on a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job profit — $300 on a typical roof. Scoped leads where most won't close; the fee collects on the few that do. At a 20% close rate, 8 of every 10 scopes were written for free.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649224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0866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 — a referral. The customary referral fee is ~10% of contract value; 10% of profit is $1,500 on a $30,000 roof — just 5% of contract. Half the going rate for a done deal.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— this plan's ceiling works out to half that.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scoped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308653"/>
            <a:ext cx="1371600" cy="537667"/>
          </a:xfrm>
          <a:prstGeom prst="roundRect">
            <a:avLst>
              <a:gd name="adj" fmla="val 5102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96118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$147,000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792931"/>
            <a:ext cx="1371600" cy="1053389"/>
          </a:xfrm>
          <a:prstGeom prst="roundRect">
            <a:avLst>
              <a:gd name="adj" fmla="val 2604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44545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$288,000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299155"/>
            <a:ext cx="1371600" cy="154716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95168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$423,000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827325"/>
            <a:ext cx="1371600" cy="201899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47985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$552,000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$675,000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4.6×.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50% margin = $15,000, less slider fee (a job expense), split 50/50 with the PM. 100 scoped leads held constant.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job profit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as shown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as a job expense, so it splits with the PM like every other job cost — each side effectively carries half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$30,000 roof → $15,000 profit → 10% fee = $1,500 → $13,500 splits 50/50 → T^Rock nets $6,750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shrinks automatically on thin-margin jobs — T^Rock is never overcharged on a bad one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job costing both sides can see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RCV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band at today's margins: 1% → 5% of contract value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job-costing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overruns; the fee holds even if margins slip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this if open-book job costing is a sticking point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rides the profit pool and splits with the PM; B is simpler to audit.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job profit, splits like a job cost) or Option B (% of RCV).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quarter-end true-up to the earned average rate.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2026-08-21T03:39:52Z</dcterms:created>
  <dcterms:modified xsi:type="dcterms:W3CDTF">2026-08-21T03:39:52Z</dcterms:modified>
</cp:coreProperties>
</file>