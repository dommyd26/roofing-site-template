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77240"/>
            <a:ext cx="822960" cy="8229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770" y="991210"/>
            <a:ext cx="395021" cy="39502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T^ROCK PERFORMANCE PAY PLAN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13232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writing &amp; lead operations — paid only on jobs that close and collect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13232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structure</a:t>
            </a:r>
            <a:pPr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T^Rock Contracting   ·   August 2026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13232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fixed cost. The fee exists only when a check clears.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seat delivers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functions, one fee — everything below is directly attributable to individual jobs.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26954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Insurance-grade scope writing (RSOW)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64592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restoration scopes of work per job — line items, quantities, code items — built to survive adjuster review and maximize approved RCV.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1792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21031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22695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targeting &amp; lead operations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31520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the damage-map platform: territories, filtered knock lists, alert response. Reps knock verified-damage doors instead of guessing.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29768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1" y="446410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booked as a job cost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64592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fee attaches to a specific closed job, so it lands in job costing — not overhead. Margins per job stay honest and auditable.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1792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20" name="Shape 15"/>
          <p:cNvSpPr/>
          <p:nvPr/>
        </p:nvSpPr>
        <p:spPr>
          <a:xfrm>
            <a:off x="6492240" y="429768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8661" y="446410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on collected, not promised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31520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base, no draw, no per-scope charge. If a job doesn't close and fund, the work was free. All of the risk sits on this side of the table.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slider: pay scales with what closes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= % of RCV on scoped jobs, paid only when closed AND collected. </a:t>
            </a:r>
            <a:pPr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% is set by the close rate on scoped leads, measured quarterly. </a:t>
            </a:r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flow: the 2% floor is paid as each job funds; quarter-end reconciliation trues up to the earned average rate — T^Rock never prepays a rate, and nothing is ever clawed back.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463040"/>
                <a:gridCol w="1463040"/>
                <a:gridCol w="1463040"/>
                <a:gridCol w="17373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10 scoped leads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 close (floor)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(ceiling)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(% of RCV)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Jobs closed &amp; collected (fee paid on these only)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per closed $30,000 job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on the other 8 / 6 / 4 / 2 / 0 leads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T^Rock net per closed job (after 50/50 PM split)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$4,950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$4,650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$4,350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T^Rock TOTAL net on the 10 leads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$9,900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$18,600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$26,100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$32,400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$37,500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89204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BEAEC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501091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“expensive” end of the slider is the one where T^Rock banks $37,500 on 10 leads instead of $9,900. </a:t>
            </a:r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10% fee only exists when all 10 closed and funded — it can never run ahead of collected cash.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net = jobs closed (of 10) × net per closed job. Rates between tiers interpolate linearly. Close rate measured on a trailing quarter.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slider comes from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ends are anchored to prices the industry already pays. The slider just connects them.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0866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floor — raw leads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822960" y="36118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leads where most won't close. The fee collects on the few that do — priced like professional scope work, paid only on results. At a 20% close rate, 8 of every 10 scopes were written for free.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17920" y="164592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111111"/>
          </a:solidFill>
          <a:ln/>
        </p:spPr>
      </p:sp>
      <p:sp>
        <p:nvSpPr>
          <p:cNvPr id="11" name="Shape 8"/>
          <p:cNvSpPr/>
          <p:nvPr/>
        </p:nvSpPr>
        <p:spPr>
          <a:xfrm>
            <a:off x="6492240" y="192024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208666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1520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ceiling — a done deal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492240" y="2697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4800" dirty="0"/>
          </a:p>
        </p:txBody>
      </p:sp>
      <p:sp>
        <p:nvSpPr>
          <p:cNvPr id="15" name="Text 11"/>
          <p:cNvSpPr/>
          <p:nvPr/>
        </p:nvSpPr>
        <p:spPr>
          <a:xfrm>
            <a:off x="6492240" y="36118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lead that closes 100% of the time is a signed contract changing hands. That's a referral — and 10% of contract value is the standard referral fee. Nobody blinks at 10% for a job that's already sold.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48640" y="51206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/>
        </p:spPr>
      </p:sp>
      <p:sp>
        <p:nvSpPr>
          <p:cNvPr id="17" name="Text 13"/>
          <p:cNvSpPr/>
          <p:nvPr/>
        </p:nvSpPr>
        <p:spPr>
          <a:xfrm>
            <a:off x="868680" y="5230368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between is interpolation. </a:t>
            </a:r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quarter's actual close rate measures how pre-sold the leads really were, and the fee settles to match — on results, not promises. The slider doesn't invent a price; it connects two prices the industry already accepts.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benchmark: ~10% of contract value is the customary fee for handed-off, ready-to-sign work in residential contracting.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slider pays for itself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100 scoped leads, five close rates. The fee % rises — the pie rises much faster.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T^Rock net profit per 100 scoped leads  (after fee &amp; PM split)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4846320"/>
            <a:ext cx="10789920" cy="1371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4194536"/>
            <a:ext cx="1371600" cy="651784"/>
          </a:xfrm>
          <a:prstGeom prst="roundRect">
            <a:avLst>
              <a:gd name="adj" fmla="val 4209"/>
            </a:avLst>
          </a:prstGeom>
          <a:solidFill>
            <a:srgbClr val="B9BD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84706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$99,000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close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3621756"/>
            <a:ext cx="1371600" cy="1224564"/>
          </a:xfrm>
          <a:prstGeom prst="roundRect">
            <a:avLst>
              <a:gd name="adj" fmla="val 2240"/>
            </a:avLst>
          </a:prstGeom>
          <a:solidFill>
            <a:srgbClr val="B9BDC2"/>
          </a:solidFill>
          <a:ln/>
        </p:spPr>
      </p:sp>
      <p:sp>
        <p:nvSpPr>
          <p:cNvPr id="10" name="Text 8"/>
          <p:cNvSpPr/>
          <p:nvPr/>
        </p:nvSpPr>
        <p:spPr>
          <a:xfrm>
            <a:off x="2880360" y="327428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$186,000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88036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close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94960" y="3127980"/>
            <a:ext cx="1371600" cy="1718340"/>
          </a:xfrm>
          <a:prstGeom prst="roundRect">
            <a:avLst>
              <a:gd name="adj" fmla="val 2000"/>
            </a:avLst>
          </a:prstGeom>
          <a:solidFill>
            <a:srgbClr val="B9BDC2"/>
          </a:solidFill>
          <a:ln/>
        </p:spPr>
      </p:sp>
      <p:sp>
        <p:nvSpPr>
          <p:cNvPr id="13" name="Text 11"/>
          <p:cNvSpPr/>
          <p:nvPr/>
        </p:nvSpPr>
        <p:spPr>
          <a:xfrm>
            <a:off x="5074920" y="278050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$261,000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7492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close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89520" y="2713208"/>
            <a:ext cx="1371600" cy="2133112"/>
          </a:xfrm>
          <a:prstGeom prst="roundRect">
            <a:avLst>
              <a:gd name="adj" fmla="val 2000"/>
            </a:avLst>
          </a:prstGeom>
          <a:solidFill>
            <a:srgbClr val="B9BDC2"/>
          </a:solidFill>
          <a:ln/>
        </p:spPr>
      </p:sp>
      <p:sp>
        <p:nvSpPr>
          <p:cNvPr id="16" name="Text 14"/>
          <p:cNvSpPr/>
          <p:nvPr/>
        </p:nvSpPr>
        <p:spPr>
          <a:xfrm>
            <a:off x="7269480" y="236573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$324,000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26948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close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784080" y="2377440"/>
            <a:ext cx="1371600" cy="2468880"/>
          </a:xfrm>
          <a:prstGeom prst="roundRect">
            <a:avLst>
              <a:gd name="adj" fmla="val 2000"/>
            </a:avLst>
          </a:prstGeom>
          <a:solidFill>
            <a:srgbClr val="C8102E"/>
          </a:solidFill>
          <a:ln/>
        </p:spPr>
      </p:sp>
      <p:sp>
        <p:nvSpPr>
          <p:cNvPr id="19" name="Text 17"/>
          <p:cNvSpPr/>
          <p:nvPr/>
        </p:nvSpPr>
        <p:spPr>
          <a:xfrm>
            <a:off x="9464040" y="20299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$375,000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46404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close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11111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65099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of the slider = T^Rock's take is up nearly 4×. </a:t>
            </a:r>
            <a:pPr indent="0" marL="0">
              <a:buNone/>
            </a:pPr>
            <a:r>
              <a:rPr lang="en-US" sz="1500" dirty="0">
                <a:solidFill>
                  <a:srgbClr val="E6E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higher fee is only ever paid out of jobs that already closed — the plan cannot cost money in a bad quarter.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closed job: $30,000 × 35% margin, less slider fee, split 50/50 with the PM. 100 scoped leads held constant across scenarios.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base it — pick one, put it in writing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F5F5F5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181234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— % of RCV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645920" y="20482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numbers shown so far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868680" y="25146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straight off the carrier paperwork — no accounting disputes, ever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Insulated from cost overruns neither side controls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Slider band: 2% → 10% of RCV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50% close: 5% × $30,000 = $1,500 per closed job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3716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F5F5F5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16459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18123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 — % of job profit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315200" y="20482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equivalent dollars, different base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6537960" y="25146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with margin — the fee shrinks automatically on thin jobs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open-book job costing both sides trust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Equivalent slider band: ~6% → 28% of job gross profit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50% close: ~14% × $10,500 = ~$1,470 per closed job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FBEAEC"/>
          </a:solidFill>
          <a:ln/>
        </p:spPr>
      </p:sp>
      <p:sp>
        <p:nvSpPr>
          <p:cNvPr id="16" name="Text 12"/>
          <p:cNvSpPr/>
          <p:nvPr/>
        </p:nvSpPr>
        <p:spPr>
          <a:xfrm>
            <a:off x="86868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money either way at today's margins. </a:t>
            </a:r>
            <a:pPr indent="0" marL="0">
              <a:buNone/>
            </a:pPr>
            <a:r>
              <a:rPr lang="en-US" sz="14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is simpler to verify; B is tighter to margin. The only wrong answer is leaving the definition verbal.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costs vs. the alternatives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way to buy scope writing carries fixed cost or scales with paperwork. This one scales only with collected revenue.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1168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18998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estimator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$70–90k/yr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86868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Salary paid whether jobs close or not. Pure fixed overhead, plus payroll burden — and someone still has to run lead targeting.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4340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sp>
        <p:nvSpPr>
          <p:cNvPr id="11" name="Shape 8"/>
          <p:cNvSpPr/>
          <p:nvPr/>
        </p:nvSpPr>
        <p:spPr>
          <a:xfrm>
            <a:off x="4663440" y="201168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748" y="218998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Supplement service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66344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25–33%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466344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every supplement dollar they add — cost scales with paperwork volume, not with closed jobs, and they touch nothing else.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3816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111111"/>
          </a:solidFill>
          <a:ln/>
        </p:spPr>
      </p:sp>
      <p:sp>
        <p:nvSpPr>
          <p:cNvPr id="17" name="Shape 13"/>
          <p:cNvSpPr/>
          <p:nvPr/>
        </p:nvSpPr>
        <p:spPr>
          <a:xfrm>
            <a:off x="8458200" y="201168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508" y="2189988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28116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plan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45820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4000" dirty="0"/>
          </a:p>
        </p:txBody>
      </p:sp>
      <p:sp>
        <p:nvSpPr>
          <p:cNvPr id="21" name="Text 16"/>
          <p:cNvSpPr/>
          <p:nvPr/>
        </p:nvSpPr>
        <p:spPr>
          <a:xfrm>
            <a:off x="845820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a job closes AND the check clears. Scope writing and lead operations in one seat, booked as a job cost on collected revenue.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Estimator salary and supplement-fee ranges are industry-typical figures for the region, not quotes.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8580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4" name="Shape 2"/>
          <p:cNvSpPr/>
          <p:nvPr/>
        </p:nvSpPr>
        <p:spPr>
          <a:xfrm>
            <a:off x="97840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9" y="204094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15468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97840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metrics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7840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Close-rate window (trailing quarter), what counts as a scoped lead, attribution rules, and “collected” = funds received.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3484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10" name="Shape 7"/>
          <p:cNvSpPr/>
          <p:nvPr/>
        </p:nvSpPr>
        <p:spPr>
          <a:xfrm>
            <a:off x="472744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3869" y="20409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0372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472744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base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72744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(% of RCV) or Option B (% of job profit). One page, signed, with the slider table attached.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8388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16" name="Shape 12"/>
          <p:cNvSpPr/>
          <p:nvPr/>
        </p:nvSpPr>
        <p:spPr>
          <a:xfrm>
            <a:off x="847648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2909" y="204094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65276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47648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True-up quarterly, review at 6 months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847648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 floor paid as jobs fund; quarter-end true-up to the earned average rate. Six-month check: if the numbers say adjust the curve, adjust the curve.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85800" y="51206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on collections. Priced by close rate. Free until the check clears.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685800" y="5760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sides get richer on exactly the same event: a closed, funded roof.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2026-08-21T03:33:06Z</dcterms:created>
  <dcterms:modified xsi:type="dcterms:W3CDTF">2026-08-21T03:33:06Z</dcterms:modified>
</cp:coreProperties>
</file>