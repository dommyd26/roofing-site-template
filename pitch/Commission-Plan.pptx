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11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11111"/>
                </a:solidFill>
                <a:latin typeface="Arial"/>
              </a:rPr>
              <a:t>T^Rock net profit per 100 scoped leads (after fee &amp; PM split)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T^Rock net profit per 100 scoped leads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1111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20% close</c:v>
                  </c:pt>
                  <c:pt idx="1">
                    <c:v>40% close</c:v>
                  </c:pt>
                  <c:pt idx="2">
                    <c:v>60% close</c:v>
                  </c:pt>
                  <c:pt idx="3">
                    <c:v>80% close</c:v>
                  </c:pt>
                  <c:pt idx="4">
                    <c:v>100% close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99000</c:v>
                </c:pt>
                <c:pt idx="1">
                  <c:v>186000</c:v>
                </c:pt>
                <c:pt idx="2">
                  <c:v>261000</c:v>
                </c:pt>
                <c:pt idx="3">
                  <c:v>324000</c:v>
                </c:pt>
                <c:pt idx="4">
                  <c:v>375000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1111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A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000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99121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writing &amp; lead operations — paid only on jobs that close and collect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26954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Insurance-grade scope writing (RSOW)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restoration scopes of work per job — line items, quantities, code items — built to survive adjuster review and maximize approved RCV.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2695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targeting &amp; lead operations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territories, filtered knock lists, alert response. Reps knock verified-damage doors instead of guessing.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429768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661" y="446410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per-scope charge. If a job doesn't close and fund, the work was free. All of the risk sits on this side of the table.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RCV on scoped jobs, paid only when closed AND collected. </a:t>
            </a:r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scoped leads, measured quarterly. </a:t>
            </a:r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flow: the 2% floor is paid as each job funds; quarter-end reconciliation trues up to the earned average rate — T^Rock never prepays a rate, and nothing is ever clawed back.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scoped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RCV)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$30,000 job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(after 50/50 PM split)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$18,600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$32,400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$37,500 on 10 leads instead of $9,900.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net = jobs closed (of 10) × net per closed job. Rates between tiers interpolate linearly. Close rate measured on a trailing quarter.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0866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leads where most won't close. The fee collects on the few that do — priced like professional scope work, paid only on results. At a 20% close rate, 8 of every 10 scopes were written for free.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sp>
        <p:nvSpPr>
          <p:cNvPr id="11" name="Shape 8"/>
          <p:cNvSpPr/>
          <p:nvPr/>
        </p:nvSpPr>
        <p:spPr>
          <a:xfrm>
            <a:off x="6492240" y="192024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208666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5" name="Text 11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hands. That's a referral — and 10% of contract value is the standard referral fee. Nobody blinks at 10% for a job that's already sold.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7" name="Text 13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in residential contracting.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scoped leads, five close rates. The fee % rises — the pie rises much faster.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11064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nearly 4×.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35% margin, less slider fee, split 50/50 with the PM. 100 scoped leads held constant across scenarios.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8123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RCV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shown so far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accounting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 neither side controls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Slider band: 2% → 10% of RCV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5% × $30,000 = $1,500 per closed job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6459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661" y="18123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job profit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dollars, different base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margin — the fee shrinks automatically on thin jobs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open-book job costing both sides trust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slider band: ~6% → 28% of job gross profit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50% close: ~14% × $10,500 = ~$1,470 per closed job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6" name="Text 12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 simpler to verify; B is tighter to margin. The only wrong answer is leaving the definition verbal.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scope writing carries fixed cost or scales with paperwork. This one scales only with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" y="21899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estimator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$70–90k/yr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paid whether jobs close or not. Pure fixed overhead, plus payroll burden — and someone still has to run lead targeting.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18998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 service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25–33%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every supplement dollar they add — cost scales with paperwork volume, not with closed jobs, and they touch nothing else.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sp>
        <p:nvSpPr>
          <p:cNvPr id="17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508" y="218998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Scope writing and lead operations in one seat, booked as a job cost on collected revenue.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Estimator salary and supplement-fee ranges are industry-typical figures for the region, not quotes.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9" y="204094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Close-rate window (trailing quarter), what counts as a scoped lead, attribution rules, and “collected” = funds received.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0" name="Shape 7"/>
          <p:cNvSpPr/>
          <p:nvPr/>
        </p:nvSpPr>
        <p:spPr>
          <a:xfrm>
            <a:off x="472744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869" y="204094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RCV) or Option B (% of job profit). One page, signed, with the slider table attached.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sp>
        <p:nvSpPr>
          <p:cNvPr id="16" name="Shape 12"/>
          <p:cNvSpPr/>
          <p:nvPr/>
        </p:nvSpPr>
        <p:spPr>
          <a:xfrm>
            <a:off x="8476488" y="18745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2909" y="204094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floor paid as jobs fund; quarter-end true-up to the earned average rate. Six-month check: if the numbers say adjust the curve, adjust the curve.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2026-08-21T03:24:09Z</dcterms:created>
  <dcterms:modified xsi:type="dcterms:W3CDTF">2026-08-21T03:24:09Z</dcterms:modified>
</cp:coreProperties>
</file>