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7772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PERFORMANCE PAY PLAN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13232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Storm-targeted lead generation — paid only on jobs that close and collect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structure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T^Rock Contracting   ·   August 2026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fixed cost. The fee exists only when a check clears.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seat delivers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functions, one fee — everything below is directly attributable to individual jobs.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Damage-verified lead lists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4592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Storm-mapped, filter-qualified homeowners — owner-occupied, right roof age, right income band — handed to reps as ready-to-knock lists.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response &amp; territory ops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31520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damage-map platform: alerts, territories, routed lists, outreach timing. Reps are on verified-damage doors while competitors are reading the weather.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9768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4592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booked as a job cost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 attaches to a specific closed job, so it lands in job costing — not overhead. Margins per job stay honest and auditable.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297680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1520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collected, not promised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731520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base, no draw, no per-lead charge. If a job doesn't close and fund, the lead was free. All of the risk sits on this side of the table.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slider: pay scales with what closes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= % of job profit on jobs from provided leads, booked as a job expense, paid only when closed AND collected. </a:t>
            </a:r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% is set by the close rate on those leads, measured quarterly. </a:t>
            </a:r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flow: the 2% floor is paid as each job funds; quarter-end reconciliation trues up to the earned average rate — T^Rock never prepays a rate, and nothing is ever clawed back.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463040"/>
                <a:gridCol w="1463040"/>
                <a:gridCol w="146304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10 delivered leads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 close (floor)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(ceiling)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(% of job profit)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Jobs closed &amp; collected (fee paid on these only)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per closed job ($15,000 profit)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on the other 8 / 6 / 4 / 2 / 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net per closed job (fee splits like any job cost)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$7,050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$6,900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$6,750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TOTAL net on the 10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$14,700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$28,800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$42,300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$55,200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01091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“expensive” end of the slider is the one where T^Rock banks $67,500 on 10 leads instead of $14,700.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10% fee only exists when all 10 closed and funded — it can never run ahead of collected cash.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job: $30,000 RCV at 50% margin = $15,000 profit; fee is a job expense, so profit after fee splits 50/50. Close rate is cohort-based — a lead belongs to the quarter it was delivered; late closers re-rate that cohort (180-day window), so the rate only moves up.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slider comes from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ends are anchored to prices the industry already pays. The slider just connects them.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202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floor — raw leads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82296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job profit — $300 on a typical roof. Raw lead lists where most won't close; the fee collects on the few that do. At a 20% close rate, 8 of every 10 leads were handed over for free.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1111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2024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ceiling — a done deal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49224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649224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lead that closes 100% of the time is a signed contract changing hands — a referral. The customary referral fee is ~10% of contract value; 10% of profit is $1,500 on a $30,000 roof — just 5% of contract. Half the going rate for a done deal.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2303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between is interpolation.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quarter's actual close rate measures how pre-sold the leads really were, and the fee settles to match — on results, not promises. The slider doesn't invent a price; it connects two prices the industry already accepts.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benchmark: ~10% of contract value is the customary fee for handed-off, ready-to-sign work — this plan's ceiling works out to half that.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slider pays for itself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100 delivered leads, five close rates. The fee % rises — the pie rises much faster.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net profit per 100 delivered leads  (after fee &amp; PM split)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4846320"/>
            <a:ext cx="10789920" cy="1371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4308653"/>
            <a:ext cx="1371600" cy="537667"/>
          </a:xfrm>
          <a:prstGeom prst="roundRect">
            <a:avLst>
              <a:gd name="adj" fmla="val 5102"/>
            </a:avLst>
          </a:prstGeom>
          <a:solidFill>
            <a:srgbClr val="B9BD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96118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$147,000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close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3792931"/>
            <a:ext cx="1371600" cy="1053389"/>
          </a:xfrm>
          <a:prstGeom prst="roundRect">
            <a:avLst>
              <a:gd name="adj" fmla="val 2604"/>
            </a:avLst>
          </a:prstGeom>
          <a:solidFill>
            <a:srgbClr val="B9BDC2"/>
          </a:solidFill>
          <a:ln/>
        </p:spPr>
      </p:sp>
      <p:sp>
        <p:nvSpPr>
          <p:cNvPr id="10" name="Text 8"/>
          <p:cNvSpPr/>
          <p:nvPr/>
        </p:nvSpPr>
        <p:spPr>
          <a:xfrm>
            <a:off x="2880360" y="3445459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$288,000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88036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close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94960" y="3299155"/>
            <a:ext cx="1371600" cy="1547165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95168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$423,000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7492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close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2827325"/>
            <a:ext cx="1371600" cy="2018995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6" name="Text 14"/>
          <p:cNvSpPr/>
          <p:nvPr/>
        </p:nvSpPr>
        <p:spPr>
          <a:xfrm>
            <a:off x="7269480" y="247985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$552,000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close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784080" y="2377440"/>
            <a:ext cx="1371600" cy="2468880"/>
          </a:xfrm>
          <a:prstGeom prst="roundRect">
            <a:avLst>
              <a:gd name="adj" fmla="val 2000"/>
            </a:avLst>
          </a:prstGeom>
          <a:solidFill>
            <a:srgbClr val="C8102E"/>
          </a:solidFill>
          <a:ln/>
        </p:spPr>
      </p:sp>
      <p:sp>
        <p:nvSpPr>
          <p:cNvPr id="19" name="Text 17"/>
          <p:cNvSpPr/>
          <p:nvPr/>
        </p:nvSpPr>
        <p:spPr>
          <a:xfrm>
            <a:off x="9464040" y="20299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$675,000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46404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close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65099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slider = T^Rock's take is up 4.6×.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higher fee is only ever paid out of jobs that already closed — the plan cannot cost money in a bad quarter.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closed job: $30,000 × 50% margin = $15,000, less slider fee (a job expense), split 50/50 with the PM. 100 delivered leads held constant.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base it — pick one, put it in writing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— % of job profit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64592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as shown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6868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as a job expense, so it splits with the PM like every other job cost — each side effectively carries half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$30,000 roof → $15,000 profit → 10% fee = $1,500 → $13,500 splits 50/50 → T^Rock nets $6,750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shrinks automatically on thin-margin jobs — T^Rock is never overcharged on a bad one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job costing both sides can see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— % of RCV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731520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dollars, different base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53796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band at today's margins: 1% → 5% of contract value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straight off the carrier paperwork — no job-costing disputes, ever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Insulated from cost overruns; the fee holds even if margins slip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this if open-book job costing is a sticking point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14" name="Text 10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money either way at today's margins.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rides the profit pool and splits with the PM; B is simpler to audit. The only wrong answer is leaving the definition verbal.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costs vs. the alternatives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way to buy leads charges up front, win or lose. This one bills only against collected revenue.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1168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sellers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$150–300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6868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shared Angi-style lead, paid up front whether it closes or not — and the same homeowner is resold to 3–4 competitors.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01168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8640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ads (Google / LSA)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6634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$75–250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66344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inbound lead — spend is committed before anyone knocks, and quality swings wildly from click to click.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1111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011680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28116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plan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4582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45820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a job closes AND the check clears. Damage-verified, exclusive leads, billed as a job cost on collected revenue.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Per-lead price ranges are typical published figures for roofing, not quotes.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745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metrics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7840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rate = funded jobs ÷ delivered leads. A delivered lead = homeowner + property accepted by a rep onto a route; raw map records don't count. A lead belongs to the quarter delivered (180-day window).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745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7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base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472744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(% of job profit, splits like a job cost) or Option B (% of RCV). One page, signed, with the slider table attached.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1874520"/>
            <a:ext cx="640080" cy="6400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6" name="Text 11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True-up quarterly, review at 6 months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847648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floor paid as jobs fund; each quarter-end re-rates every open cohort and pays the difference. Six-month check: if the numbers say adjust the curve, adjust it.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collections. Priced by close rate. Free until the check clears.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sides get richer on exactly the same event: a closed, funded roof.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2026-08-21T04:25:29Z</dcterms:created>
  <dcterms:modified xsi:type="dcterms:W3CDTF">2026-08-21T04:25:29Z</dcterms:modified>
</cp:coreProperties>
</file>