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T^Rock net profit per 100 scoped leads (after fee &amp; PM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T^Rock net profit per 100 scoped leads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20% close</c:v>
                  </c:pt>
                  <c:pt idx="1">
                    <c:v>40% close</c:v>
                  </c:pt>
                  <c:pt idx="2">
                    <c:v>60% close</c:v>
                  </c:pt>
                  <c:pt idx="3">
                    <c:v>80% close</c:v>
                  </c:pt>
                  <c:pt idx="4">
                    <c:v>100% close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99000</c:v>
                </c:pt>
                <c:pt idx="1">
                  <c:v>186000</c:v>
                </c:pt>
                <c:pt idx="2">
                  <c:v>261000</c:v>
                </c:pt>
                <c:pt idx="3">
                  <c:v>324000</c:v>
                </c:pt>
                <c:pt idx="4">
                  <c:v>375000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000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RCV on scoped jobs, paid only when closed AND collected. </a:t>
            </a:r>
            <a:pPr indent="0" marL="0">
              <a:buNone/>
            </a:pPr>
            <a:r>
              <a:rPr lang="en-US" sz="14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 — better conversion, better rate, for both sides.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RCV)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$30,000 job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(after 50/50 PM split)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$37,500 on 10 leads instead of $9,900.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net = jobs closed (of 10) × net per closed job. Rates between tiers interpolate linearly. Close rate measured on a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nearly 4×.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margin, less slider fee, split 50/50 with the PM. 100 scoped leads held constant across scenarios.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RCV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shown so far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accounting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 neither side controls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band: 2% → 10% of RCV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5% × $30,000 = $1,500 per closed 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job profit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margin — the fee shrinks automatically on thin jobs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open-book job costing both sides trust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slider band: ~6% → 28% of job gross profit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~14% × $10,500 = ~$1,470 per closed job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 simpler to verify; B is tighter to margin.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RCV) or Option B (% of job profit).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recalculates each quarter from actuals.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2026-08-21T03:17:39Z</dcterms:created>
  <dcterms:modified xsi:type="dcterms:W3CDTF">2026-08-21T03:17:39Z</dcterms:modified>
</cp:coreProperties>
</file>