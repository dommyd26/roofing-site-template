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7772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214884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T^ROCK PERFORMANCE PAY PLAN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713232" y="3200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writing &amp; lead operations — paid only on jobs that close and collect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13232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structure</a:t>
            </a:r>
            <a:pPr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T^Rock Contracting   ·   August 2026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13232" y="5806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fixed cost. The fee exists only when a check clears.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seat delivers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functions, one fee — everything below is directly attributable to individual jobs.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0312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5920" y="20848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Insurance-grade scope writing (RSOW)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645920" y="251460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restoration scopes of work per job — line items, quantities, code items — built to survive adjuster review and maximize approved RCV.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217920" y="182880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03120"/>
            <a:ext cx="640080" cy="6400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315200" y="20848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Storm targeting &amp; lead operations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315200" y="251460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the damage-map platform: territories, filtered knock lists, alert response. Reps knock verified-damage doors instead of guessing.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48640" y="402336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297680"/>
            <a:ext cx="640080" cy="6400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45920" y="42793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booked as a job cost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45920" y="47091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fee attaches to a specific closed job, so it lands in job costing — not overhead. Margins per job stay honest and auditable.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217920" y="402336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5F5F5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4297680"/>
            <a:ext cx="640080" cy="6400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315200" y="42793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on collected, not promised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7315200" y="470916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base, no draw, no per-scope charge. If a job doesn't close and fund, the work was free. All of the risk sits on this side of the table.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slider: pay scales with what closes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= % of job profit on scoped jobs, booked as a job expense, paid only when closed AND collected. </a:t>
            </a:r>
            <a:pPr indent="0" marL="0">
              <a:buNone/>
            </a:pPr>
            <a:r>
              <a:rPr lang="en-US" sz="14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% is set by the close rate on scoped leads, measured quarterly. </a:t>
            </a:r>
            <a:pPr indent="0" marL="0">
              <a:buNone/>
            </a:pPr>
            <a:r>
              <a:rPr lang="en-US" sz="1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flow: the 2% floor is paid as each job funds; quarter-end reconciliation trues up to the earned average rate — T^Rock never prepays a rate, and nothing is ever clawed back.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  <a:gridCol w="1463040"/>
                <a:gridCol w="1463040"/>
                <a:gridCol w="1463040"/>
                <a:gridCol w="17373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10 scoped leads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 close (floor)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(ceiling)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 (% of job profit)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Jobs closed &amp; collected (fee paid on these only)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of 10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 per closed job ($15,000 profit)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$1,500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Fee on the other 8 / 6 / 4 / 2 / 0 leads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T^Rock net per closed job (fee splits like any job cost)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$7,350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$7,200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$7,050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$6,900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$6,750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T^Rock TOTAL net on the 10 leads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$14,700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$28,800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$42,300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$55,200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10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$67,500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89204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FBEAEC"/>
          </a:solidFill>
          <a:ln/>
        </p:spPr>
      </p:sp>
      <p:sp>
        <p:nvSpPr>
          <p:cNvPr id="6" name="Text 3"/>
          <p:cNvSpPr/>
          <p:nvPr/>
        </p:nvSpPr>
        <p:spPr>
          <a:xfrm>
            <a:off x="868680" y="501091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“expensive” end of the slider is the one where T^Rock banks $67,500 on 10 leads instead of $14,700. </a:t>
            </a:r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10% fee only exists when all 10 closed and funded — it can never run ahead of collected cash.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job: $30,000 RCV at 50% margin = $15,000 profit; fee is a job expense, so profit after fee splits 50/50. Close rate is cohort-based — a lead belongs to the quarter it was scoped; late closers re-rate that cohort (180-day window), so the rate only moves up.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slider comes from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ends are anchored to prices the industry already pays. The slider just connects them.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F5F5F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2024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592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floor — raw leads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22960" y="2697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2%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822960" y="361188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job profit — $300 on a typical roof. Scoped leads where most won't close; the fee collects on the few that do. At a 20% close rate, 8 of every 10 scopes were written for free.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17920" y="164592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11111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920240"/>
            <a:ext cx="640080" cy="6400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31520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ceiling — a done deal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6492240" y="26974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4800" dirty="0"/>
          </a:p>
        </p:txBody>
      </p:sp>
      <p:sp>
        <p:nvSpPr>
          <p:cNvPr id="13" name="Text 9"/>
          <p:cNvSpPr/>
          <p:nvPr/>
        </p:nvSpPr>
        <p:spPr>
          <a:xfrm>
            <a:off x="6492240" y="361188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lead that closes 100% of the time is a signed contract changing hands — a referral. The customary referral fee is ~10% of contract value; 10% of profit is $1,500 on a $30,000 roof — just 5% of contract. Half the going rate for a done deal.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512064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/>
        </p:spPr>
      </p:sp>
      <p:sp>
        <p:nvSpPr>
          <p:cNvPr id="15" name="Text 11"/>
          <p:cNvSpPr/>
          <p:nvPr/>
        </p:nvSpPr>
        <p:spPr>
          <a:xfrm>
            <a:off x="868680" y="5230368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between is interpolation. </a:t>
            </a:r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quarter's actual close rate measures how pre-sold the leads really were, and the fee settles to match — on results, not promises. The slider doesn't invent a price; it connects two prices the industry already accepts.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Referral benchmark: ~10% of contract value is the customary fee for handed-off, ready-to-sign work — this plan's ceiling works out to half that.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slider pays for itself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100 scoped leads, five close rates. The fee % rises — the pie rises much faster.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T^Rock net profit per 100 scoped leads  (after fee &amp; PM split)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4846320"/>
            <a:ext cx="10789920" cy="1371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4308653"/>
            <a:ext cx="1371600" cy="537667"/>
          </a:xfrm>
          <a:prstGeom prst="roundRect">
            <a:avLst>
              <a:gd name="adj" fmla="val 5102"/>
            </a:avLst>
          </a:prstGeom>
          <a:solidFill>
            <a:srgbClr val="B9BDC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3961181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$147,000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85800" y="49194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close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3792931"/>
            <a:ext cx="1371600" cy="1053389"/>
          </a:xfrm>
          <a:prstGeom prst="roundRect">
            <a:avLst>
              <a:gd name="adj" fmla="val 2604"/>
            </a:avLst>
          </a:prstGeom>
          <a:solidFill>
            <a:srgbClr val="B9BDC2"/>
          </a:solidFill>
          <a:ln/>
        </p:spPr>
      </p:sp>
      <p:sp>
        <p:nvSpPr>
          <p:cNvPr id="10" name="Text 8"/>
          <p:cNvSpPr/>
          <p:nvPr/>
        </p:nvSpPr>
        <p:spPr>
          <a:xfrm>
            <a:off x="2880360" y="3445459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$288,000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880360" y="49194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close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94960" y="3299155"/>
            <a:ext cx="1371600" cy="1547165"/>
          </a:xfrm>
          <a:prstGeom prst="roundRect">
            <a:avLst>
              <a:gd name="adj" fmla="val 2000"/>
            </a:avLst>
          </a:prstGeom>
          <a:solidFill>
            <a:srgbClr val="B9BDC2"/>
          </a:solidFill>
          <a:ln/>
        </p:spPr>
      </p:sp>
      <p:sp>
        <p:nvSpPr>
          <p:cNvPr id="13" name="Text 11"/>
          <p:cNvSpPr/>
          <p:nvPr/>
        </p:nvSpPr>
        <p:spPr>
          <a:xfrm>
            <a:off x="5074920" y="295168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$423,000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074920" y="49194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close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589520" y="2827325"/>
            <a:ext cx="1371600" cy="2018995"/>
          </a:xfrm>
          <a:prstGeom prst="roundRect">
            <a:avLst>
              <a:gd name="adj" fmla="val 2000"/>
            </a:avLst>
          </a:prstGeom>
          <a:solidFill>
            <a:srgbClr val="B9BDC2"/>
          </a:solidFill>
          <a:ln/>
        </p:spPr>
      </p:sp>
      <p:sp>
        <p:nvSpPr>
          <p:cNvPr id="16" name="Text 14"/>
          <p:cNvSpPr/>
          <p:nvPr/>
        </p:nvSpPr>
        <p:spPr>
          <a:xfrm>
            <a:off x="7269480" y="2479853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$552,000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269480" y="49194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close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784080" y="2377440"/>
            <a:ext cx="1371600" cy="2468880"/>
          </a:xfrm>
          <a:prstGeom prst="roundRect">
            <a:avLst>
              <a:gd name="adj" fmla="val 2000"/>
            </a:avLst>
          </a:prstGeom>
          <a:solidFill>
            <a:srgbClr val="C8102E"/>
          </a:solidFill>
          <a:ln/>
        </p:spPr>
      </p:sp>
      <p:sp>
        <p:nvSpPr>
          <p:cNvPr id="19" name="Text 17"/>
          <p:cNvSpPr/>
          <p:nvPr/>
        </p:nvSpPr>
        <p:spPr>
          <a:xfrm>
            <a:off x="9464040" y="202996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$675,000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464040" y="49194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close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53212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111111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5650992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of the slider = T^Rock's take is up 4.6×. </a:t>
            </a:r>
            <a:pPr indent="0" marL="0">
              <a:buNone/>
            </a:pPr>
            <a:r>
              <a:rPr lang="en-US" sz="1500" dirty="0">
                <a:solidFill>
                  <a:srgbClr val="E6E6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higher fee is only ever paid out of jobs that already closed — the plan cannot cost money in a bad quarter.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closed job: $30,000 × 50% margin = $15,000, less slider fee (a job expense), split 50/50 with the PM. 100 scoped leads held constant.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ways to base it — pick one, put it in writing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F5F5F5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0" y="1664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 — % of job profit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645920" y="20482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plan as shown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868680" y="251460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Booked as a job expense, so it splits with the PM like every other job cost — each side effectively carries half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$30,000 roof → $15,000 profit → 10% fee = $1,500 → $13,500 splits 50/50 → T^Rock nets $6,750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shrinks automatically on thin-margin jobs — T^Rock is never overcharged on a bad one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job costing both sides can see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17920" y="137160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F5F5F5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45920"/>
            <a:ext cx="640080" cy="6400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315200" y="1664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B — % of RCV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7315200" y="20482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dollars, different base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6537960" y="251460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Equivalent band at today's margins: 1% → 5% of contract value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straight off the carrier paperwork — no job-costing disputes, ever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Insulated from cost overruns; the fee holds even if margins slip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this if open-book job costing is a sticking point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553212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FBEAEC"/>
          </a:solidFill>
          <a:ln/>
        </p:spPr>
      </p:sp>
      <p:sp>
        <p:nvSpPr>
          <p:cNvPr id="14" name="Text 10"/>
          <p:cNvSpPr/>
          <p:nvPr/>
        </p:nvSpPr>
        <p:spPr>
          <a:xfrm>
            <a:off x="86868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money either way at today's margins. </a:t>
            </a:r>
            <a:pPr indent="0" marL="0">
              <a:buNone/>
            </a:pPr>
            <a:r>
              <a:rPr lang="en-US" sz="145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rides the profit pool and splits with the PM; B is simpler to audit. The only wrong answer is leaving the definition verbal.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costs vs. the alternatives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other way to buy scope writing carries fixed cost or scales with paperwork. This one scales only with collected revenue.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5F5F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011680"/>
            <a:ext cx="685800" cy="685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estimator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6868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$70–90k/yr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868680" y="374904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Salary paid whether jobs close or not. Pure fixed overhead, plus payroll burden — and someone still has to run lead targeting.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4340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5F5F5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011680"/>
            <a:ext cx="685800" cy="6858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48640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Supplement service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466344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25–33%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663440" y="374904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every supplement dollar they add — cost scales with paperwork volume, not with closed jobs, and they touch nothing else.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138160" y="17373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111111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2011680"/>
            <a:ext cx="685800" cy="6858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28116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plan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845820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458200" y="3749040"/>
            <a:ext cx="2926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until a job closes AND the check clears. Scope writing and lead operations in one seat, booked as a job cost on collected revenue.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54864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Estimator salary and supplement-fee ranges are industry-typical figures for the region, not quotes.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85800" y="16002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E1E1E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87452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15468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97840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the metrics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978408" y="3383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Cohorts: a lead belongs to the quarter it was scoped; its close counts whenever it funds, inside a 180-day window. Define scoped lead, attribution, and collected = funds received.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434840" y="16002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E1E1E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1874520"/>
            <a:ext cx="640080" cy="6400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90372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Text 7"/>
          <p:cNvSpPr/>
          <p:nvPr/>
        </p:nvSpPr>
        <p:spPr>
          <a:xfrm>
            <a:off x="472744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base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4727448" y="3383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 (% of job profit, splits like a job cost) or Option B (% of RCV). One page, signed, with the slider table attached.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183880" y="160020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1E1E1E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6488" y="1874520"/>
            <a:ext cx="640080" cy="6400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065276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16" name="Text 11"/>
          <p:cNvSpPr/>
          <p:nvPr/>
        </p:nvSpPr>
        <p:spPr>
          <a:xfrm>
            <a:off x="8476488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True-up quarterly, review at 6 months</a:t>
            </a:r>
            <a:endParaRPr lang="en-US" sz="1700" dirty="0"/>
          </a:p>
        </p:txBody>
      </p:sp>
      <p:sp>
        <p:nvSpPr>
          <p:cNvPr id="17" name="Text 12"/>
          <p:cNvSpPr/>
          <p:nvPr/>
        </p:nvSpPr>
        <p:spPr>
          <a:xfrm>
            <a:off x="8476488" y="3383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2% floor paid as jobs fund; each quarter-end re-rates every open cohort and pays the difference. Six-month check: if the numbers say adjust the curve, adjust it.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85800" y="512064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on collections. Priced by close rate. Free until the check clears.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685800" y="57607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DBD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sides get richer on exactly the same event: a closed, funded roof.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2026-08-21T04:07:30Z</dcterms:created>
  <dcterms:modified xsi:type="dcterms:W3CDTF">2026-08-21T04:07:30Z</dcterms:modified>
</cp:coreProperties>
</file>